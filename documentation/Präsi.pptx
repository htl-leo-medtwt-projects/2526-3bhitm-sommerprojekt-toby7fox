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A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1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5FFD1-517F-8B11-BA97-E133536C06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7ECCD2-3FDC-1270-ADF3-EB8E6220A1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6B97C6-369B-79A4-C28A-B6DBEF04F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E36B4-B607-43F5-BED1-5F6A7B99A54B}" type="datetimeFigureOut">
              <a:rPr lang="en-AT" smtClean="0"/>
              <a:t>23/06/2026</a:t>
            </a:fld>
            <a:endParaRPr lang="en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B7E512-5867-7406-AA4F-496EE51DD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4ADE65-3F1B-214A-6C64-C8F0B9633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41DF0-E832-42D7-AC5A-85DE1BB4262D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352970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36322-FA0D-2607-38CD-DC7A022E2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8F4CE-8CCD-6EBC-E9D3-D5186B28AB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0402E0-034A-EC1D-74BE-45F1FEEC8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E36B4-B607-43F5-BED1-5F6A7B99A54B}" type="datetimeFigureOut">
              <a:rPr lang="en-AT" smtClean="0"/>
              <a:t>23/06/2026</a:t>
            </a:fld>
            <a:endParaRPr lang="en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61DAD8-4C52-28F6-CFE4-7DF41E1FB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9BF644-0373-5BA8-A095-74E47A0C4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41DF0-E832-42D7-AC5A-85DE1BB4262D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767759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CB35B-2FDB-7242-FCCB-7E1CA7834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E232F2-9450-8DDA-930C-E8D030400F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AFB2C1-6D82-5864-419D-65436316F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E36B4-B607-43F5-BED1-5F6A7B99A54B}" type="datetimeFigureOut">
              <a:rPr lang="en-AT" smtClean="0"/>
              <a:t>23/06/2026</a:t>
            </a:fld>
            <a:endParaRPr lang="en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6B7EA7-7CA6-C1A1-84FC-B416DB0BA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9486AE-C91F-1EFD-B62D-9186644FB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41DF0-E832-42D7-AC5A-85DE1BB4262D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710976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BE2F0-6D02-7199-4DA6-CF2839466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376DF-6C05-F14F-9FEA-4C29B65E04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CFFC54-D9DE-28CB-1D88-54930ED415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69B39A-8CF0-DA2A-C457-BBD25CDD8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E36B4-B607-43F5-BED1-5F6A7B99A54B}" type="datetimeFigureOut">
              <a:rPr lang="en-AT" smtClean="0"/>
              <a:t>23/06/2026</a:t>
            </a:fld>
            <a:endParaRPr lang="en-A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DDC5DE-D7A2-20D5-892F-D220A113B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AF724A-1118-37C1-CBDF-C0EB8663E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41DF0-E832-42D7-AC5A-85DE1BB4262D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1861311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F4578-E45A-A646-8575-506946FAA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EF441-0B70-3B6D-6397-FB35A7DD51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655EE8-854E-CC96-AD00-FB304A590D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416838-5C64-F1C5-CDD7-978B503B37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8D0F35-90EC-66C0-0197-D2051173AF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65F095-5926-6252-20FE-9010441AF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E36B4-B607-43F5-BED1-5F6A7B99A54B}" type="datetimeFigureOut">
              <a:rPr lang="en-AT" smtClean="0"/>
              <a:t>23/06/2026</a:t>
            </a:fld>
            <a:endParaRPr lang="en-A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58AAA3-B776-8022-726F-D8D0E994C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7F26DE-DCAA-871B-56CA-5BC22785C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41DF0-E832-42D7-AC5A-85DE1BB4262D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7888717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AFE80-015F-055A-1CAD-43E6097CE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B3300E-A3DC-1F2F-4104-D3F447BBA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E36B4-B607-43F5-BED1-5F6A7B99A54B}" type="datetimeFigureOut">
              <a:rPr lang="en-AT" smtClean="0"/>
              <a:t>23/06/2026</a:t>
            </a:fld>
            <a:endParaRPr lang="en-A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2965DE-CBA7-5905-5053-4A4347B53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6EC251-B314-CC6C-A88E-B0B5FC1C9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41DF0-E832-42D7-AC5A-85DE1BB4262D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930821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69C05D-BF15-79BA-011A-69DE5F589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E36B4-B607-43F5-BED1-5F6A7B99A54B}" type="datetimeFigureOut">
              <a:rPr lang="en-AT" smtClean="0"/>
              <a:t>23/06/2026</a:t>
            </a:fld>
            <a:endParaRPr lang="en-A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DD2908-99E9-CB23-C6AB-7F6193CF2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1F7CE8-1021-3B92-2F8D-8BF126B47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41DF0-E832-42D7-AC5A-85DE1BB4262D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5200827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4F6BF-417D-34CB-D067-5DE497B5B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339B4F-E4C0-F778-7FDC-13C67EF60F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1902E4-882E-7DE9-DF3C-A5E0406D71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ABF2EE-4C0E-AEA0-65C0-211D7D417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E36B4-B607-43F5-BED1-5F6A7B99A54B}" type="datetimeFigureOut">
              <a:rPr lang="en-AT" smtClean="0"/>
              <a:t>23/06/2026</a:t>
            </a:fld>
            <a:endParaRPr lang="en-A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79F012-E3D8-B24B-11E7-CBA2C14A3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5C5CC-A799-3D4D-171C-A0E7FAA3E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41DF0-E832-42D7-AC5A-85DE1BB4262D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8385194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35122-0195-2160-B44C-9FAB76D5B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E0E852-E856-BA8A-D514-561F1D096D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BEF182-7F96-2148-4C99-D07C56E792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B5C8A1-A642-6BB3-3A99-C766C2A9D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E36B4-B607-43F5-BED1-5F6A7B99A54B}" type="datetimeFigureOut">
              <a:rPr lang="en-AT" smtClean="0"/>
              <a:t>23/06/2026</a:t>
            </a:fld>
            <a:endParaRPr lang="en-A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589629-5766-A20B-C172-6C94DF25B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7FA0E2-CCD4-755E-A0AC-81F1AB026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41DF0-E832-42D7-AC5A-85DE1BB4262D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9177378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705F3-D5AC-6D38-AD75-7BABB4324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F0EBBA-6186-B548-1DE7-F59DD699D5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AC4C30-ED48-B562-09E5-9F7DF0401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E36B4-B607-43F5-BED1-5F6A7B99A54B}" type="datetimeFigureOut">
              <a:rPr lang="en-AT" smtClean="0"/>
              <a:t>23/06/2026</a:t>
            </a:fld>
            <a:endParaRPr lang="en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2E2854-ECF3-3939-BF6F-C06579D73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CD6D9A-0EF2-2218-BCE6-230565CFA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41DF0-E832-42D7-AC5A-85DE1BB4262D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180068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54C7C2-6E69-2187-CF47-C55AC41E0D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567A89-46BE-71DD-F067-2A0C4CDF64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4B264D-8A9C-29ED-108C-7CBA76358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E36B4-B607-43F5-BED1-5F6A7B99A54B}" type="datetimeFigureOut">
              <a:rPr lang="en-AT" smtClean="0"/>
              <a:t>23/06/2026</a:t>
            </a:fld>
            <a:endParaRPr lang="en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742823-51CA-73B2-C986-FFF6B868E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C8B056-0A73-04DA-E529-A2632DA45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41DF0-E832-42D7-AC5A-85DE1BB4262D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952413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D46F59-B448-F18C-713F-D2FB0CEE8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9895EE-2F23-6329-F70F-15FAB173A8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800FD0-D47C-1619-8520-0559AA8026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6E36B4-B607-43F5-BED1-5F6A7B99A54B}" type="datetimeFigureOut">
              <a:rPr lang="en-AT" smtClean="0"/>
              <a:t>23/06/2026</a:t>
            </a:fld>
            <a:endParaRPr lang="en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E768AD-E007-0409-9A69-9659CC1B1D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81BD0B-62CC-D2AA-26BB-F5FDF108B6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C41DF0-E832-42D7-AC5A-85DE1BB4262D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832175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A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ECB86-87E9-45C5-2569-885AF2BCAD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>
                    <a:lumMod val="95000"/>
                  </a:schemeClr>
                </a:solidFill>
                <a:latin typeface="Press Start 2P"/>
              </a:rPr>
              <a:t>NEON KANGAROO</a:t>
            </a:r>
            <a:endParaRPr lang="en-AT" dirty="0">
              <a:solidFill>
                <a:schemeClr val="bg1">
                  <a:lumMod val="95000"/>
                </a:schemeClr>
              </a:solidFill>
              <a:latin typeface="Press Start 2P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0E8E23-09E9-3774-5903-E2719CAE214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T" dirty="0"/>
          </a:p>
        </p:txBody>
      </p:sp>
    </p:spTree>
    <p:extLst>
      <p:ext uri="{BB962C8B-B14F-4D97-AF65-F5344CB8AC3E}">
        <p14:creationId xmlns:p14="http://schemas.microsoft.com/office/powerpoint/2010/main" val="8975227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302F4-1B87-3652-9ABB-02DAAD4C9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>
                    <a:lumMod val="95000"/>
                  </a:schemeClr>
                </a:solidFill>
                <a:latin typeface="Press Start 2P"/>
              </a:rPr>
              <a:t>DATABASE</a:t>
            </a:r>
            <a:endParaRPr lang="en-AT" dirty="0">
              <a:solidFill>
                <a:schemeClr val="bg1">
                  <a:lumMod val="95000"/>
                </a:schemeClr>
              </a:solidFill>
              <a:latin typeface="Press Start 2P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87DE3E-F0DE-BD10-2CE2-7D21C35325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T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8DFC944-9FB2-CFF5-3315-FE9A61D52F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0497" y="711851"/>
            <a:ext cx="6037942" cy="5831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5241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2B7EF0-E557-3672-254A-7FCE4FC2E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F6B74-BA24-33DC-8F23-657D43B78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>
                    <a:lumMod val="95000"/>
                  </a:schemeClr>
                </a:solidFill>
                <a:latin typeface="Press Start 2P"/>
              </a:rPr>
              <a:t>CODE-HIGHLIGHTS</a:t>
            </a:r>
            <a:endParaRPr lang="en-AT" dirty="0">
              <a:solidFill>
                <a:schemeClr val="bg1">
                  <a:lumMod val="95000"/>
                </a:schemeClr>
              </a:solidFill>
              <a:latin typeface="Press Start 2P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0B7FD7B-3567-3FB4-EF51-5F6F6BFD67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59105" y="4123533"/>
            <a:ext cx="5614146" cy="132556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E5E1895-8C9E-16E0-46FF-66E65A6B06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198" y="2056448"/>
            <a:ext cx="6505876" cy="1507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5848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D554CF-1FAB-3473-82DB-F9102C58D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25FCF-50A1-2D72-B296-47C451EE67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>
                    <a:lumMod val="95000"/>
                  </a:schemeClr>
                </a:solidFill>
                <a:latin typeface="Press Start 2P"/>
              </a:rPr>
              <a:t>LIVE-DEMO</a:t>
            </a:r>
            <a:endParaRPr lang="en-AT" dirty="0">
              <a:solidFill>
                <a:schemeClr val="bg1">
                  <a:lumMod val="95000"/>
                </a:schemeClr>
              </a:solidFill>
              <a:latin typeface="Press Start 2P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6D7717-6AF7-0B2D-DE5D-289BC3D1CAA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T" dirty="0"/>
          </a:p>
        </p:txBody>
      </p:sp>
    </p:spTree>
    <p:extLst>
      <p:ext uri="{BB962C8B-B14F-4D97-AF65-F5344CB8AC3E}">
        <p14:creationId xmlns:p14="http://schemas.microsoft.com/office/powerpoint/2010/main" val="36539580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</TotalTime>
  <Words>5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Press Start 2P</vt:lpstr>
      <vt:lpstr>Office Theme</vt:lpstr>
      <vt:lpstr>NEON KANGAROO</vt:lpstr>
      <vt:lpstr>DATABASE</vt:lpstr>
      <vt:lpstr>CODE-HIGHLIGHTS</vt:lpstr>
      <vt:lpstr>LIVE-DEMO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Hölzl Tobias</dc:creator>
  <cp:lastModifiedBy>Hölzl Tobias</cp:lastModifiedBy>
  <cp:revision>2</cp:revision>
  <dcterms:created xsi:type="dcterms:W3CDTF">2026-06-23T10:48:41Z</dcterms:created>
  <dcterms:modified xsi:type="dcterms:W3CDTF">2026-06-23T11:40:02Z</dcterms:modified>
</cp:coreProperties>
</file>